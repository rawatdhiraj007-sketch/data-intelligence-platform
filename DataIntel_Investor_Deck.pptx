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(₹)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Month 3</c:v>
                  </c:pt>
                  <c:pt idx="1">
                    <c:v>Month 6</c:v>
                  </c:pt>
                  <c:pt idx="2">
                    <c:v>Month 9</c:v>
                  </c:pt>
                  <c:pt idx="3">
                    <c:v>Month 12</c:v>
                  </c:pt>
                  <c:pt idx="4">
                    <c:v>Month 18</c:v>
                  </c:pt>
                  <c:pt idx="5">
                    <c:v>Month 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29970</c:v>
                </c:pt>
                <c:pt idx="1">
                  <c:v>89910</c:v>
                </c:pt>
                <c:pt idx="2">
                  <c:v>179820</c:v>
                </c:pt>
                <c:pt idx="3">
                  <c:v>299700</c:v>
                </c:pt>
                <c:pt idx="4">
                  <c:v>599400</c:v>
                </c:pt>
                <c:pt idx="5">
                  <c:v>999000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D9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1F5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A2D7A"/>
          </a:solidFill>
          <a:ln w="12700">
            <a:solidFill>
              <a:srgbClr val="1A2D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206240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4206240"/>
            <a:ext cx="164592" cy="16459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C3F7"/>
                </a:solidFill>
              </a:rPr>
              <a:t>INVESTOR PRESENTATION ·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Intelligence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Instant data scientist-level insights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every business — no tech skills needed.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Dhiraj Rawat · rawatdhiraj007@gmail.com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25603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60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datasciexpert.netlify.app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are drowning in data — but insights stay locked behind expensive expertise.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 data scientist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₹8–25 lakh/year salary. Unaffordable for 99% of Indian SMBs.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Excel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7889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manual pivot tables. No forecasting. No smart alerts. Human error everywhere.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6364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BI tools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7889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Tableau, Power BI — complex, expensive, require training. Not built for frontline teams.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million SMBs in India. Less than 1% have access to professional data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Intelligence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Upload any business file. Get instant analyst-grade insights, forecasts &amp; PDF reports.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651760" cy="1261872"/>
          </a:xfrm>
          <a:prstGeom prst="rect">
            <a:avLst/>
          </a:prstGeom>
          <a:solidFill>
            <a:srgbClr val="1A2D7A"/>
          </a:solidFill>
          <a:ln w="12700">
            <a:solidFill>
              <a:srgbClr val="2A3D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29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📊  Auto Data Profiling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957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Detects columns, cleans data, flags issues automatically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920240"/>
            <a:ext cx="2651760" cy="1261872"/>
          </a:xfrm>
          <a:prstGeom prst="rect">
            <a:avLst/>
          </a:prstGeom>
          <a:solidFill>
            <a:srgbClr val="1A2D7A"/>
          </a:solidFill>
          <a:ln w="12700">
            <a:solidFill>
              <a:srgbClr val="2A3D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029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📈  Sales Forecasting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23957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Linear regression model projects next 3–6 months of revenue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920240"/>
            <a:ext cx="2651760" cy="1261872"/>
          </a:xfrm>
          <a:prstGeom prst="rect">
            <a:avLst/>
          </a:prstGeom>
          <a:solidFill>
            <a:srgbClr val="1A2D7A"/>
          </a:solidFill>
          <a:ln w="12700">
            <a:solidFill>
              <a:srgbClr val="2A3D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029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🔍  Price Inconsistency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23957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Finds where same product sold at different prices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2651760" cy="1261872"/>
          </a:xfrm>
          <a:prstGeom prst="rect">
            <a:avLst/>
          </a:prstGeom>
          <a:solidFill>
            <a:srgbClr val="1A2D7A"/>
          </a:solidFill>
          <a:ln w="12700">
            <a:solidFill>
              <a:srgbClr val="2A3D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47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🧠  SKU Intelligence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8130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Top products, slow movers, margin analysis per item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3337560"/>
            <a:ext cx="2651760" cy="1261872"/>
          </a:xfrm>
          <a:prstGeom prst="rect">
            <a:avLst/>
          </a:prstGeom>
          <a:solidFill>
            <a:srgbClr val="1A2D7A"/>
          </a:solidFill>
          <a:ln w="12700">
            <a:solidFill>
              <a:srgbClr val="2A3D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447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⚡  Smart Alerts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38130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Automatic flags — declining revenue, payment risk, targets missed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3337560"/>
            <a:ext cx="2651760" cy="1261872"/>
          </a:xfrm>
          <a:prstGeom prst="rect">
            <a:avLst/>
          </a:prstGeom>
          <a:solidFill>
            <a:srgbClr val="1A2D7A"/>
          </a:solidFill>
          <a:ln w="12700">
            <a:solidFill>
              <a:srgbClr val="2A3D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447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📄  PDF Report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38130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One-click branded report ready to share with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steps. Zero technical knowledge required.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25880" y="146304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108960" y="1801368"/>
            <a:ext cx="182880" cy="914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3774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514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their Excel or CSV file. Any business data — sales, inventory, HR, finance.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146304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989320" y="1801368"/>
            <a:ext cx="182880" cy="914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3774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2514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29718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auto-detects columns, cleans the data, and runs the right statistical analysis — all in seconds.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86600" y="146304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26480" y="23774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2514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Insights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63640" y="29718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forecasts, anomaly alerts, and a full PDF report. Raw file deleted immediately after.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🔒  Privacy First: Raw data is NEVER stored. Processed and deleted immediately.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massive, underserved market.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1965960" cy="2194560"/>
          </a:xfrm>
          <a:prstGeom prst="rect">
            <a:avLst/>
          </a:prstGeom>
          <a:solidFill>
            <a:srgbClr val="1A2D7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916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63M+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SMBs in India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Target market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508760"/>
            <a:ext cx="1965960" cy="2194560"/>
          </a:xfrm>
          <a:prstGeom prst="rect">
            <a:avLst/>
          </a:prstGeom>
          <a:solidFill>
            <a:srgbClr val="1A2D7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6916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$4.6B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14600" y="24871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Indian Analytics Market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2025 estimate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1965960" cy="2194560"/>
          </a:xfrm>
          <a:prstGeom prst="rect">
            <a:avLst/>
          </a:prstGeom>
          <a:solidFill>
            <a:srgbClr val="1A2D7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916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63440" y="24871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Annual Growth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CAGR through 2028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508760"/>
            <a:ext cx="1965960" cy="2194560"/>
          </a:xfrm>
          <a:prstGeom prst="rect">
            <a:avLst/>
          </a:prstGeom>
          <a:solidFill>
            <a:srgbClr val="1A2D7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6916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12280" y="24871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SMB Penetration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Massive gap to fill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Industries We Serve: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Sales &amp; Distribution   •   Inventory &amp; Supply Chain   •   HR &amp; Payroll   •   Finance &amp; Accounting   •   Healthcare   •   Manufacturing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SaaS pricing. Per-module. Pay what you use.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727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</a:rPr>
              <a:t>STARTER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9385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532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/month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 1 Module (Sales)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18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 Up to 10 analyses/mo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027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 PDF Reports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9867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 Email Support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651760" cy="338328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417320"/>
            <a:ext cx="2651760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MOST POPULAR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</a:rPr>
              <a:t>PROFESSIONAL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2240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₹2,999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200400" y="2834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/month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1363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3 Modules of choice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5204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Unlimited analyses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9044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Priority Support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42885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Custom Reports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14173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0" y="15727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</a:rPr>
              <a:t>ENTERPRISE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19385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035040" y="2532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pricing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28346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 All Modules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218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 API Access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6027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 Dedicated Support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39867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✓  White-label option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Additional revenue: Pay-per-analysis · API access fees · White-label licensing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COMPETITIVE ADVANTAGE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win.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352044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Data Intel Platform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Tableau / Power BI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Hiring a Data Scientist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7A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Setup 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</a:rPr>
                        <a:t>2 minutes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Days–Weeks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Months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5C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Tech skills needed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7A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Cost (monthly)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</a:rPr>
                        <a:t>₹999–2,999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₹5,000–20,000+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₹70,000+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5C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Forecasting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</a:rPr>
                        <a:t>✓ Built-in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Manual build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</a:rPr>
                        <a:t>✓ Manual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7A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PDF Reports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</a:rPr>
                        <a:t>✓ Auto-generated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Complex setup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Manual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5C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Privacy (no storage)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</a:rPr>
                        <a:t>✓ Always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❌ Cloud stored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Depends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7A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SMB-ready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</a:rPr>
                        <a:t>✓ Designed for 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❌ Enterprise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❌ Enterprise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TRACTION &amp; WHAT'S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product. Live today. Built in weeks.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✅  What's Already Live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✓  Full Sales Intelligence module (10 analysis sections)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130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✓  Auto data cleaning &amp; column detection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4323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✓  Sales forecasting with Linear Regression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7340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✓  Price inconsistency detection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035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✓  Salesperson &amp; regional performance analysis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✓  Customer intelligence &amp; payment analysis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6393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✓  Smart business alerts engine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9410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✓  One-click PDF report generation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242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✓  Live app on Streamlit Cloud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544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✓  Professional landing page (datasciexpert.netlify.app)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4114800" cy="3383280"/>
          </a:xfrm>
          <a:prstGeom prst="rect">
            <a:avLst/>
          </a:prstGeom>
          <a:solidFill>
            <a:srgbClr val="1E2761"/>
          </a:solidFill>
          <a:ln w="12700">
            <a:solidFill>
              <a:srgbClr val="DCE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554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🗺  Roadmap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2011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Q3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Inventory Intelligence module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3957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Q3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97880" y="23957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User login + Razorpay payments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7797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Q4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97880" y="277977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HR &amp; Payroll Analysis module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1638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Q4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97880" y="31638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Finance &amp; Accounting module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5478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Q1 2027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97880" y="35478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Healthcare / Hospital data module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931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Q1 2027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97880" y="3931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Manufacturing &amp; Ops module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43159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Q2 2027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97880" y="43159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API access + white-label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Live URL: data-intelligence-platform-7p8vfpfosvduyt6ec93vpk.streamlit.app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FINANCIAL PROJECTIONS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path to ₹1 Cr ARR.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371600"/>
            <a:ext cx="2926080" cy="3200400"/>
          </a:xfrm>
          <a:prstGeom prst="rect">
            <a:avLst/>
          </a:prstGeom>
          <a:solidFill>
            <a:srgbClr val="1A2D7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Key Assumptions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89320" y="1965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→  Avg plan: ₹999/mo (Starter)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23408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→  Month 3: 30 paying customers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89320" y="27157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→  Month 12: 300 customers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89320" y="30906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→  Month 24: 1,000 customers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89320" y="34655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→  Churn: 5%/month assumed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8932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→  Zero paid marketing (network)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9320" y="42153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→  Upsell to Pro plan: 20%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4663440"/>
            <a:ext cx="28346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4663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₹9.99L  ·  ARR at Month 12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55848" y="4663440"/>
            <a:ext cx="28346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55848" y="4663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₹1 Cr+  ·  ARR at Month 24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45936" y="4663440"/>
            <a:ext cx="28346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4663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₹0  ·  Current Burn Rate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at the ground floor.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840480" cy="2011680"/>
          </a:xfrm>
          <a:prstGeom prst="rect">
            <a:avLst/>
          </a:prstGeom>
          <a:solidFill>
            <a:srgbClr val="1A2D7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Seed Round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 – 50 Lakhs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76148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Equity stake: Negotiable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Valuation basis: Product live + traction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4023360" cy="2011680"/>
          </a:xfrm>
          <a:prstGeom prst="rect">
            <a:avLst/>
          </a:prstGeom>
          <a:solidFill>
            <a:srgbClr val="1A2D7A"/>
          </a:solidFill>
          <a:ln w="12700">
            <a:solidFill>
              <a:srgbClr val="2A3D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737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Use of Funds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2176272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40%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40680" y="217627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Product development (new modules)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514600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25%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251460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Cloud infrastructure &amp; scaling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852928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20%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0680" y="285292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Sales &amp; first marketing push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191256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15%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0680" y="319125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Legal, compliance &amp; operations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What we bring to the table: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133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Working product  ·  Live users  ·  Founder with industry sales network  ·  Zero burn rate  ·  Clear module roadmap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82296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Dhiraj Rawat  ·  rawatdhiraj007@gmail.com  ·  datasciexpert.netlify.app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Intelligence Platform — Investor Deck</dc:title>
  <dc:subject>PptxGenJS Presentation</dc:subject>
  <dc:creator>Dhiraj Rawat</dc:creator>
  <cp:lastModifiedBy>Dhiraj Rawat</cp:lastModifiedBy>
  <cp:revision>1</cp:revision>
  <dcterms:created xsi:type="dcterms:W3CDTF">2026-06-02T15:39:42Z</dcterms:created>
  <dcterms:modified xsi:type="dcterms:W3CDTF">2026-06-02T15:39:42Z</dcterms:modified>
</cp:coreProperties>
</file>